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9" r:id="rId2"/>
    <p:sldId id="260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429" autoAdjust="0"/>
    <p:restoredTop sz="94658"/>
  </p:normalViewPr>
  <p:slideViewPr>
    <p:cSldViewPr snapToGrid="0">
      <p:cViewPr varScale="1">
        <p:scale>
          <a:sx n="116" d="100"/>
          <a:sy n="116" d="100"/>
        </p:scale>
        <p:origin x="200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373E6C-D48E-417B-A102-1DE7973B03A9}" type="datetimeFigureOut">
              <a:rPr lang="ko-KR" altLang="en-US" smtClean="0"/>
              <a:t>2025. 12. 28.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610DB6-EADB-455F-939E-A62714562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3776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416F4E-E6B4-86DD-52E6-85760EE85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4DFACE4-E68C-2979-92DA-7405FF9655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878774-1206-3B67-E353-EA88E0DA6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4EBFD-3478-452A-BF3D-237EC162DD2D}" type="datetimeFigureOut">
              <a:rPr lang="ko-KR" altLang="en-US" smtClean="0"/>
              <a:t>2025. 12. 28.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BA898A-9D21-3DDA-92D1-079CA1354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A68A4F-B364-6F54-AEFD-45E0DCD08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71539-2A80-4640-95BB-08D3B3C48D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3851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8318E4-F9B6-D492-C7DC-6B5444493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566942-BF72-42E5-441A-574BFC6C7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8E6A1C-7BC3-CE27-6C6E-080FEB672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4EBFD-3478-452A-BF3D-237EC162DD2D}" type="datetimeFigureOut">
              <a:rPr lang="ko-KR" altLang="en-US" smtClean="0"/>
              <a:t>2025. 12. 28.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6A58BB-C262-5DE5-6AED-16B129ACC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469C23-AACB-689A-44CC-928831FF9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71539-2A80-4640-95BB-08D3B3C48D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247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191325-A3A2-B2BA-F169-B0DDEB906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A3098C4-CA12-019B-EBCC-2167BF4D9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E9D323-E3FF-A96C-00EB-2F14CF1C2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4EBFD-3478-452A-BF3D-237EC162DD2D}" type="datetimeFigureOut">
              <a:rPr lang="ko-KR" altLang="en-US" smtClean="0"/>
              <a:t>2025. 12. 28.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5410D6-C46D-6D6F-6B67-AA542EEF2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0A503-E6EA-D779-BB18-5F6EDF7C5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71539-2A80-4640-95BB-08D3B3C48D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5088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96A575-2571-7315-AEFD-CCD889FE0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4224C5-4AD0-95B5-83EA-1CFE8178E1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A2B5251-CBAE-9CD2-20ED-316F442193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A9C9C2-E321-19FF-F6B7-7270E854F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4EBFD-3478-452A-BF3D-237EC162DD2D}" type="datetimeFigureOut">
              <a:rPr lang="ko-KR" altLang="en-US" smtClean="0"/>
              <a:t>2025. 12. 28.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192FE7-8069-FA85-71B5-61B190BA9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000648-AC6F-9268-CE45-C67141486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71539-2A80-4640-95BB-08D3B3C48D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4159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832564-71B0-E905-A427-70102266A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BB3A0B-1A45-8524-63AC-790B7D0FD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072008E-ED3F-351F-0D5C-DA302E7D2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0F70C58-BAFA-5200-8FF5-1D3C078635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0A1B549-0C7D-1E92-A70F-C018FAFF07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CB0D986-86D3-9AB4-D729-10B6F8A31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4EBFD-3478-452A-BF3D-237EC162DD2D}" type="datetimeFigureOut">
              <a:rPr lang="ko-KR" altLang="en-US" smtClean="0"/>
              <a:t>2025. 12. 28.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AFFF4E4-FD6C-9620-0E04-A2F262740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B3CC3E3-D0D9-2308-2884-6BD4C1138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71539-2A80-4640-95BB-08D3B3C48D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7127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D82E54-3AC5-727A-98CD-96768053C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A475CE7-3785-4149-E543-FAED0C397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4EBFD-3478-452A-BF3D-237EC162DD2D}" type="datetimeFigureOut">
              <a:rPr lang="ko-KR" altLang="en-US" smtClean="0"/>
              <a:t>2025. 12. 28.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86BB0DA-3AA9-AA05-5781-D92E750C0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8E9BCE0-3CCE-4101-3F55-A5872EC11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71539-2A80-4640-95BB-08D3B3C48D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4391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74916AA-B3E7-4FB3-D201-B6E7E86FB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4EBFD-3478-452A-BF3D-237EC162DD2D}" type="datetimeFigureOut">
              <a:rPr lang="ko-KR" altLang="en-US" smtClean="0"/>
              <a:t>2025. 12. 28.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839F3FC-385C-A970-9D60-D1CB31674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065E14-2FA7-1AD0-1D62-C60B302CC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71539-2A80-4640-95BB-08D3B3C48D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7054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3D1D11-DD25-9327-6DEC-EB1E0DF26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6BCDE2-E522-9735-77F8-B7ADA11BEA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A84E5D1-06E1-5D45-3596-491815279B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D858C4-D863-EF30-B71C-EDADD28DC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4EBFD-3478-452A-BF3D-237EC162DD2D}" type="datetimeFigureOut">
              <a:rPr lang="ko-KR" altLang="en-US" smtClean="0"/>
              <a:t>2025. 12. 28.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183D11-65A2-4B6E-A8DF-D73B43481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D876AFC-3C04-3EEF-A8ED-98688B759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71539-2A80-4640-95BB-08D3B3C48D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9030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B37A4B-A69D-D9FC-D08D-9703DE7C1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706A617-497A-70D7-2D6B-5FFB1CF2A7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7FED472-63CB-9098-EBC5-F2FFF34D5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DF1676-6034-F331-8AF3-6F2499BA3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4EBFD-3478-452A-BF3D-237EC162DD2D}" type="datetimeFigureOut">
              <a:rPr lang="ko-KR" altLang="en-US" smtClean="0"/>
              <a:t>2025. 12. 28.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8AACAA-F467-A888-89B5-963DF2392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D617489-D240-334E-2796-A80578966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71539-2A80-4640-95BB-08D3B3C48D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2605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24A941-3AB0-3D57-CFB0-0E067B128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EFD4A57-4BEC-F07B-FC50-90D652801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391356-57A4-9D99-E891-6FB3A733B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4EBFD-3478-452A-BF3D-237EC162DD2D}" type="datetimeFigureOut">
              <a:rPr lang="ko-KR" altLang="en-US" smtClean="0"/>
              <a:t>2025. 12. 28.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FF4199-03AD-8260-0CAA-222C8F68A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C100F2-D92A-9B9A-9A3C-5D2CA83F2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71539-2A80-4640-95BB-08D3B3C48D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564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A7D689F-DB39-4780-6EFF-982158A8E0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4DC21CA-8F0E-3B1E-502C-E8BA862CB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BCD15F-2A6F-F550-0FF1-030D7AF84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4EBFD-3478-452A-BF3D-237EC162DD2D}" type="datetimeFigureOut">
              <a:rPr lang="ko-KR" altLang="en-US" smtClean="0"/>
              <a:t>2025. 12. 28.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967BFA-1AD4-EF42-1BF7-50CEDCD26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7F0E12-7E32-FF5C-ADF9-B4820F798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71539-2A80-4640-95BB-08D3B3C48D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8004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4113493-F6BC-1059-89E2-18F25DCF1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C3AE8A4-2910-0586-B8E2-F3F49C7E01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CA7803-AA04-5942-4CAC-BF60DC690A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4EBFD-3478-452A-BF3D-237EC162DD2D}" type="datetimeFigureOut">
              <a:rPr lang="ko-KR" altLang="en-US" smtClean="0"/>
              <a:t>2025. 12. 28.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6AF0DE-2084-7AFB-FD3E-BC1ABDC055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EF527C-D204-1F4C-FE09-2297F8535F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71539-2A80-4640-95BB-08D3B3C48D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5022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F2106-BFC3-E755-B1A7-ABD9B749A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1DCD31-E95B-938A-BC67-736229F5C1A6}"/>
              </a:ext>
            </a:extLst>
          </p:cNvPr>
          <p:cNvSpPr txBox="1"/>
          <p:nvPr/>
        </p:nvSpPr>
        <p:spPr>
          <a:xfrm>
            <a:off x="185166" y="391406"/>
            <a:ext cx="6094476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lvl="1" algn="l" latinLnBrk="1">
              <a:tabLst>
                <a:tab pos="2466975" algn="l"/>
              </a:tabLst>
            </a:pP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MTRC </a:t>
            </a:r>
            <a:r>
              <a:rPr lang="ko-KR" altLang="ko-KR" sz="1800" b="1" kern="0" dirty="0" err="1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신설역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ko-KR" altLang="en-US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추가</a:t>
            </a:r>
            <a:endParaRPr lang="ko-KR" altLang="ko-KR" sz="1200" b="1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82000C-6EBF-AF2A-76C2-BC18559F30DB}"/>
              </a:ext>
            </a:extLst>
          </p:cNvPr>
          <p:cNvSpPr txBox="1"/>
          <p:nvPr/>
        </p:nvSpPr>
        <p:spPr>
          <a:xfrm>
            <a:off x="0" y="818674"/>
            <a:ext cx="1167688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82600" algn="l" latinLnBrk="1">
              <a:buNone/>
              <a:tabLst>
                <a:tab pos="2466975" algn="l"/>
              </a:tabLst>
            </a:pP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-. 8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월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19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일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Preliminary Proposal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제출이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언제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가능한가를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타진하고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있음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482600" algn="l" latinLnBrk="1">
              <a:buNone/>
              <a:tabLst>
                <a:tab pos="2466975" algn="l"/>
              </a:tabLst>
            </a:pP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-. 8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월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19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일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오후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3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시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회의에서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TMS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관련하여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문제가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있어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 err="1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로템이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처리해야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하므로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포기하기로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했음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482600" algn="l" latinLnBrk="1">
              <a:buNone/>
              <a:tabLst>
                <a:tab pos="2466975" algn="l"/>
              </a:tabLst>
            </a:pP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-. 8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월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 21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일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8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월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23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일까지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자료를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작성하여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제출한다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482600" algn="l" latinLnBrk="1">
              <a:buNone/>
              <a:tabLst>
                <a:tab pos="2466975" algn="l"/>
              </a:tabLst>
            </a:pP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-. 8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월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23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일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PP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를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MTRC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에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제출했음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482600" algn="l" latinLnBrk="1">
              <a:buNone/>
              <a:tabLst>
                <a:tab pos="2466975" algn="l"/>
              </a:tabLst>
            </a:pP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-. 8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월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26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일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MTRC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에서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 err="1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재문의하였음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482600" algn="l" latinLnBrk="1">
              <a:buNone/>
              <a:tabLst>
                <a:tab pos="2466975" algn="l"/>
              </a:tabLst>
            </a:pP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-. 9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월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3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일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b="1" kern="0" dirty="0" err="1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중앙디엔엠과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협의가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필요함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482600" algn="l" latinLnBrk="1">
              <a:buNone/>
              <a:tabLst>
                <a:tab pos="2466975" algn="l"/>
              </a:tabLst>
            </a:pP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-. 9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월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4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일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b="1" kern="0" dirty="0" err="1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중앙디엔엠의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 err="1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박진우이사와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협의한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결과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 err="1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로템과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협의가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되면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en-US" altLang="ko-KR" sz="1800" b="1" kern="0" dirty="0">
              <a:effectLst/>
              <a:latin typeface="맑은 고딕" panose="020B0503020000020004" pitchFamily="50" charset="-127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482600" algn="l" latinLnBrk="1">
              <a:buNone/>
              <a:tabLst>
                <a:tab pos="2466975" algn="l"/>
              </a:tabLst>
            </a:pPr>
            <a:r>
              <a:rPr lang="en-US" altLang="ko-KR" b="1" kern="0" dirty="0">
                <a:latin typeface="맑은 고딕" panose="020B0503020000020004" pitchFamily="50" charset="-127"/>
                <a:ea typeface="굴림" panose="020B0600000101010101" pitchFamily="50" charset="-127"/>
                <a:cs typeface="Times New Roman" panose="02020603050405020304" pitchFamily="18" charset="0"/>
              </a:rPr>
              <a:t>             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지아이씨와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협력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진행할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수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있다고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함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 – </a:t>
            </a:r>
            <a:r>
              <a:rPr lang="ko-KR" altLang="ko-KR" sz="1800" b="1" kern="0" dirty="0" err="1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로템의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 PM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과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협의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중에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있음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482600" algn="l" latinLnBrk="1">
              <a:buNone/>
              <a:tabLst>
                <a:tab pos="2466975" algn="l"/>
              </a:tabLst>
            </a:pP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-. 9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월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4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일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MTRC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에서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문의하였음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482600" algn="l" latinLnBrk="1">
              <a:buNone/>
              <a:tabLst>
                <a:tab pos="2466975" algn="l"/>
              </a:tabLst>
            </a:pP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-. 9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월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6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일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TMS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가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 err="1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로템이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협조할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수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있도록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MTRC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에게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협조를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요청했음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482600" algn="l" latinLnBrk="1">
              <a:buNone/>
              <a:tabLst>
                <a:tab pos="2466975" algn="l"/>
              </a:tabLst>
            </a:pP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-. 9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월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9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일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TMS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에서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 err="1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로템의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장애를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제거하고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시행할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수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있는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예산을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제시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바랍니다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482600" algn="l" latinLnBrk="1">
              <a:buNone/>
              <a:tabLst>
                <a:tab pos="2466975" algn="l"/>
              </a:tabLst>
            </a:pP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-. 9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월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12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일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9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월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13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일까지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Ball Park Figure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를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제출해야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함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482600" algn="l" latinLnBrk="1">
              <a:buNone/>
              <a:tabLst>
                <a:tab pos="2466975" algn="l"/>
              </a:tabLst>
            </a:pP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-. 9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월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25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일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Ballpark Figure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를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제출하였음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482600" algn="l" latinLnBrk="1">
              <a:buNone/>
              <a:tabLst>
                <a:tab pos="2466975" algn="l"/>
              </a:tabLst>
            </a:pP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-. 12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월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05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일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HM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솔루션과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협력방안을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모색한다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482600" algn="l" latinLnBrk="1">
              <a:buNone/>
              <a:tabLst>
                <a:tab pos="2466975" algn="l"/>
              </a:tabLst>
            </a:pP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-. 2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월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10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일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Luna Labs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김경준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기술자와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협력하는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방안을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모색한다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482600" algn="l" latinLnBrk="1">
              <a:buNone/>
              <a:tabLst>
                <a:tab pos="2466975" algn="l"/>
              </a:tabLst>
            </a:pP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-. 3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월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28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일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3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월말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홍콩출장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후에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 err="1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로템에게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 err="1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견적를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제출할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수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있도록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준비한다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또한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MTRC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와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단독으로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진행하는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방향도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고려한다</a:t>
            </a: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</a:t>
            </a:r>
          </a:p>
          <a:p>
            <a:pPr marL="482600" algn="l" latinLnBrk="1">
              <a:buNone/>
              <a:tabLst>
                <a:tab pos="2466975" algn="l"/>
              </a:tabLst>
            </a:pPr>
            <a:r>
              <a:rPr lang="en-US" altLang="ko-KR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-. 25</a:t>
            </a:r>
            <a:r>
              <a:rPr lang="ko-KR" altLang="en-US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년 </a:t>
            </a:r>
            <a:r>
              <a:rPr lang="en-US" altLang="ko-KR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5</a:t>
            </a:r>
            <a:r>
              <a:rPr lang="ko-KR" altLang="en-US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월  </a:t>
            </a:r>
            <a:r>
              <a:rPr lang="en-US" altLang="ko-KR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9</a:t>
            </a:r>
            <a:r>
              <a:rPr lang="ko-KR" altLang="en-US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일 </a:t>
            </a:r>
            <a:r>
              <a:rPr lang="en-US" altLang="ko-KR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– </a:t>
            </a:r>
            <a:r>
              <a:rPr lang="ko-KR" altLang="en-US" b="1" kern="0" dirty="0" err="1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로템에서</a:t>
            </a:r>
            <a:r>
              <a:rPr lang="ko-KR" altLang="en-US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b="1" kern="0" dirty="0"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PA/PIS</a:t>
            </a:r>
            <a:r>
              <a:rPr lang="ko-KR" altLang="en-US" b="1" kern="0" dirty="0"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부분은 별도로  </a:t>
            </a:r>
            <a:r>
              <a:rPr lang="en-US" altLang="ko-KR" b="1" kern="0" dirty="0"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GIC, MTRC</a:t>
            </a:r>
            <a:r>
              <a:rPr lang="ko-KR" altLang="en-US" b="1" kern="0" dirty="0"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간  정리 되도록 진행 요망</a:t>
            </a:r>
            <a:endParaRPr lang="en-US" altLang="ko-KR" b="1" kern="0" dirty="0">
              <a:latin typeface="Arial" panose="020B0604020202020204" pitchFamily="34" charset="0"/>
              <a:ea typeface="굴림" panose="020B0600000101010101" pitchFamily="50" charset="-127"/>
              <a:cs typeface="Times New Roman" panose="02020603050405020304" pitchFamily="18" charset="0"/>
            </a:endParaRPr>
          </a:p>
          <a:p>
            <a:pPr marL="482600" algn="l" latinLnBrk="1">
              <a:buNone/>
              <a:tabLst>
                <a:tab pos="2466975" algn="l"/>
              </a:tabLst>
            </a:pPr>
            <a:r>
              <a:rPr lang="en-US" altLang="ko-KR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-. 25</a:t>
            </a:r>
            <a:r>
              <a:rPr lang="ko-KR" altLang="en-US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년 </a:t>
            </a:r>
            <a:r>
              <a:rPr lang="en-US" altLang="ko-KR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5</a:t>
            </a:r>
            <a:r>
              <a:rPr lang="ko-KR" altLang="en-US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월 </a:t>
            </a:r>
            <a:r>
              <a:rPr lang="en-US" altLang="ko-KR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23</a:t>
            </a:r>
            <a:r>
              <a:rPr lang="ko-KR" altLang="en-US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일 </a:t>
            </a:r>
            <a:r>
              <a:rPr lang="en-US" altLang="ko-KR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– MTRC </a:t>
            </a:r>
            <a:r>
              <a:rPr lang="ko-KR" altLang="en-US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에서 </a:t>
            </a:r>
            <a:r>
              <a:rPr lang="en-US" altLang="ko-KR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GIC</a:t>
            </a:r>
            <a:r>
              <a:rPr lang="ko-KR" altLang="en-US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계약진행에 관한 어려움 </a:t>
            </a:r>
            <a:r>
              <a:rPr lang="ko-KR" altLang="en-US" b="1" kern="0" dirty="0" err="1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로템이</a:t>
            </a:r>
            <a:r>
              <a:rPr lang="ko-KR" altLang="en-US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 주도적으로 전체 진행 요청</a:t>
            </a:r>
            <a:endParaRPr lang="en-US" altLang="ko-KR" b="1" kern="0" dirty="0">
              <a:effectLst/>
              <a:latin typeface="Arial" panose="020B0604020202020204" pitchFamily="34" charset="0"/>
              <a:ea typeface="굴림" panose="020B0600000101010101" pitchFamily="50" charset="-127"/>
              <a:cs typeface="Times New Roman" panose="02020603050405020304" pitchFamily="18" charset="0"/>
            </a:endParaRPr>
          </a:p>
          <a:p>
            <a:pPr marL="482600" algn="l" latinLnBrk="1">
              <a:buNone/>
              <a:tabLst>
                <a:tab pos="2466975" algn="l"/>
              </a:tabLst>
            </a:pPr>
            <a:r>
              <a:rPr lang="en-US" altLang="ko-KR" b="1" kern="0" dirty="0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-. 25</a:t>
            </a:r>
            <a:r>
              <a:rPr lang="ko-KR" altLang="en-US" b="1" kern="0" dirty="0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년 </a:t>
            </a:r>
            <a:r>
              <a:rPr lang="en-US" altLang="ko-KR" b="1" kern="0" dirty="0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5</a:t>
            </a:r>
            <a:r>
              <a:rPr lang="ko-KR" altLang="en-US" b="1" kern="0" dirty="0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월 </a:t>
            </a:r>
            <a:r>
              <a:rPr lang="en-US" altLang="ko-KR" b="1" kern="0" dirty="0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30</a:t>
            </a:r>
            <a:r>
              <a:rPr lang="ko-KR" altLang="en-US" b="1" kern="0" dirty="0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일</a:t>
            </a:r>
            <a:r>
              <a:rPr lang="en-US" altLang="ko-KR" b="1" kern="0" dirty="0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b="1" kern="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– </a:t>
            </a:r>
            <a:r>
              <a:rPr lang="ko-KR" altLang="en-US" b="1" kern="0" dirty="0" err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로템연구소</a:t>
            </a:r>
            <a:r>
              <a:rPr lang="en-US" altLang="ko-KR" b="1" kern="0" dirty="0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b="1" kern="0" dirty="0" err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이선엽과장님</a:t>
            </a:r>
            <a:r>
              <a:rPr lang="en-US" altLang="ko-KR" b="1" kern="0" dirty="0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) </a:t>
            </a:r>
            <a:r>
              <a:rPr lang="ko-KR" altLang="en-US" b="1" kern="0" dirty="0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소프트웨어 감사 예비검토</a:t>
            </a:r>
            <a:endParaRPr lang="ko-KR" altLang="ko-KR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270000" algn="l" latinLnBrk="1">
              <a:tabLst>
                <a:tab pos="2466975" algn="l"/>
              </a:tabLst>
            </a:pPr>
            <a:r>
              <a:rPr lang="en-US" altLang="ko-KR" sz="1800" b="1" kern="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 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2398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64329D-B7A7-5ECF-F65F-17DB3EA7A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ㄹㄹㅇㄴㅁㄹ</a:t>
            </a:r>
            <a:endParaRPr lang="ko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F169C0-946C-95A8-ED5B-3675A9CE5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ㄹㅇㄴㅁㄹㅇㄴㅁㄹㅁㄴ</a:t>
            </a:r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1073735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293</Words>
  <Application>Microsoft Macintosh PowerPoint</Application>
  <PresentationFormat>와이드스크린</PresentationFormat>
  <Paragraphs>23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ㄹㄹㅇㄴㅁㄹ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nK K</dc:creator>
  <cp:lastModifiedBy>MM2120</cp:lastModifiedBy>
  <cp:revision>64</cp:revision>
  <dcterms:created xsi:type="dcterms:W3CDTF">2025-05-08T23:34:33Z</dcterms:created>
  <dcterms:modified xsi:type="dcterms:W3CDTF">2025-12-28T02:18:23Z</dcterms:modified>
</cp:coreProperties>
</file>