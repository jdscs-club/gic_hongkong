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73E6C-D48E-417B-A102-1DE7973B03A9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10DB6-EADB-455F-939E-A62714562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77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16F4E-E6B4-86DD-52E6-85760EE85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DFACE4-E68C-2979-92DA-7405FF965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78774-1206-3B67-E353-EA88E0DA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BA898A-9D21-3DDA-92D1-079CA135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A68A4F-B364-6F54-AEFD-45E0DCD0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85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318E4-F9B6-D492-C7DC-6B544449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566942-BF72-42E5-441A-574BFC6C7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8E6A1C-7BC3-CE27-6C6E-080FEB67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A58BB-C262-5DE5-6AED-16B129AC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69C23-AACB-689A-44CC-928831FF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91325-A3A2-B2BA-F169-B0DDEB90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3098C4-CA12-019B-EBCC-2167BF4D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E9D323-E3FF-A96C-00EB-2F14CF1C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410D6-C46D-6D6F-6B67-AA542EEF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A503-E6EA-D779-BB18-5F6EDF7C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08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6A575-2571-7315-AEFD-CCD889FE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224C5-4AD0-95B5-83EA-1CFE8178E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2B5251-CBAE-9CD2-20ED-316F44219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9C9C2-E321-19FF-F6B7-7270E854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192FE7-8069-FA85-71B5-61B190BA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00648-AC6F-9268-CE45-C6714148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15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32564-71B0-E905-A427-70102266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BB3A0B-1A45-8524-63AC-790B7D0FD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72008E-ED3F-351F-0D5C-DA302E7D2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F70C58-BAFA-5200-8FF5-1D3C07863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A1B549-0C7D-1E92-A70F-C018FAFF0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B0D986-86D3-9AB4-D729-10B6F8A3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FFF4E4-FD6C-9620-0E04-A2F262740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3CC3E3-D0D9-2308-2884-6BD4C113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12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82E54-3AC5-727A-98CD-96768053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475CE7-3785-4149-E543-FAED0C39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6BB0DA-3AA9-AA05-5781-D92E750C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E9BCE0-3CCE-4101-3F55-A5872EC1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39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4916AA-B3E7-4FB3-D201-B6E7E86F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39F3FC-385C-A970-9D60-D1CB3167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65E14-2FA7-1AD0-1D62-C60B302C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D1D11-DD25-9327-6DEC-EB1E0DF2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BCDE2-E522-9735-77F8-B7ADA11BE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84E5D1-06E1-5D45-3596-491815279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D858C4-D863-EF30-B71C-EDADD28D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183D11-65A2-4B6E-A8DF-D73B4348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876AFC-3C04-3EEF-A8ED-98688B75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03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37A4B-A69D-D9FC-D08D-9703DE7C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06A617-497A-70D7-2D6B-5FFB1CF2A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FED472-63CB-9098-EBC5-F2FFF34D5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DF1676-6034-F331-8AF3-6F2499BA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8AACAA-F467-A888-89B5-963DF239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617489-D240-334E-2796-A8057896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60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4A941-3AB0-3D57-CFB0-0E067B12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FD4A57-4BEC-F07B-FC50-90D65280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391356-57A4-9D99-E891-6FB3A733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F4199-03AD-8260-0CAA-222C8F68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C100F2-D92A-9B9A-9A3C-5D2CA83F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6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7D689F-DB39-4780-6EFF-982158A8E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DC21CA-8F0E-3B1E-502C-E8BA862CB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CD15F-2A6F-F550-0FF1-030D7AF8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67BFA-1AD4-EF42-1BF7-50CEDCD2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F0E12-7E32-FF5C-ADF9-B4820F79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00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113493-F6BC-1059-89E2-18F25DCF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3AE8A4-2910-0586-B8E2-F3F49C7E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A7803-AA04-5942-4CAC-BF60DC690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4EBFD-3478-452A-BF3D-237EC162DD2D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6AF0DE-2084-7AFB-FD3E-BC1ABDC05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EF527C-D204-1F4C-FE09-2297F8535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02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2106-BFC3-E755-B1A7-ABD9B749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1DCD31-E95B-938A-BC67-736229F5C1A6}"/>
              </a:ext>
            </a:extLst>
          </p:cNvPr>
          <p:cNvSpPr txBox="1"/>
          <p:nvPr/>
        </p:nvSpPr>
        <p:spPr>
          <a:xfrm>
            <a:off x="185166" y="391406"/>
            <a:ext cx="609447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1" algn="l" latinLnBrk="1"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MTRC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신설역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추가</a:t>
            </a:r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2000C-6EBF-AF2A-76C2-BC18559F30DB}"/>
              </a:ext>
            </a:extLst>
          </p:cNvPr>
          <p:cNvSpPr txBox="1"/>
          <p:nvPr/>
        </p:nvSpPr>
        <p:spPr>
          <a:xfrm>
            <a:off x="0" y="818674"/>
            <a:ext cx="116768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Preliminary Proposal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언제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가능한가를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타진하고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오후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회의에서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TMS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관련하여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문제가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처리해야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하므로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포기하기로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21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일까지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자료를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작성하여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PP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26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재문의하였음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중앙디엔엠과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필요함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4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중앙디엔엠의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박진우이사와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결과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되면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ko-KR" sz="1800" b="1" kern="0" dirty="0">
              <a:effectLst/>
              <a:latin typeface="맑은 고딕" panose="020B0503020000020004" pitchFamily="50" charset="-127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latin typeface="맑은 고딕" panose="020B0503020000020004" pitchFamily="50" charset="-127"/>
                <a:ea typeface="굴림" panose="020B0600000101010101" pitchFamily="50" charset="-127"/>
                <a:cs typeface="Times New Roman" panose="02020603050405020304" pitchFamily="18" charset="0"/>
              </a:rPr>
              <a:t>             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지아이씨와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협력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진행할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함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–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로템의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PM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4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문의하였음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6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TMS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협조할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있도록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에게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협조를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요청했음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TMS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장애를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제거하고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시행할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예산을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바랍니다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12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일까지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Ball Park Figure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제출해야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함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25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Ballpark Figure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제출하였음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12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05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HM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솔루션과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협력방안을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모색한다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10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Luna Labs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김경준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기술자와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협력하는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방안을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모색한다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홍콩출장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후에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로템에게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견적를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있도록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준비한다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단독으로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진행하는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방향도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고려한다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월 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9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일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로템에서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PA/PIS</a:t>
            </a:r>
            <a:r>
              <a:rPr lang="ko-KR" altLang="en-US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부분은 별도로  </a:t>
            </a:r>
            <a:r>
              <a:rPr lang="en-US" altLang="ko-KR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GIC, MTRC</a:t>
            </a:r>
            <a:r>
              <a:rPr lang="ko-KR" altLang="en-US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간  정리 되도록 진행 요망</a:t>
            </a:r>
            <a:endParaRPr lang="en-US" altLang="ko-KR" b="1" kern="0" dirty="0">
              <a:latin typeface="Arial" panose="020B0604020202020204" pitchFamily="34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월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23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일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– MTRC 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GIC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계약진행에 관한 어려움 </a:t>
            </a:r>
            <a:r>
              <a:rPr lang="ko-KR" altLang="en-US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로템이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주도적으로 전체 진행 요청</a:t>
            </a:r>
            <a:endParaRPr lang="en-US" altLang="ko-KR" b="1" kern="0" dirty="0">
              <a:effectLst/>
              <a:latin typeface="Arial" panose="020B0604020202020204" pitchFamily="34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25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월 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30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일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b="1" kern="0" dirty="0" err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로템연구소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b="1" kern="0" dirty="0" err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이선엽과장님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소프트웨어 감사 예비검토</a:t>
            </a:r>
            <a:endParaRPr lang="ko-KR" altLang="ko-KR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70000" algn="l" latinLnBrk="1"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 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398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291</Words>
  <Application>Microsoft Office PowerPoint</Application>
  <PresentationFormat>와이드스크린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nK K</dc:creator>
  <cp:lastModifiedBy>S.S. Choi</cp:lastModifiedBy>
  <cp:revision>63</cp:revision>
  <dcterms:created xsi:type="dcterms:W3CDTF">2025-05-08T23:34:33Z</dcterms:created>
  <dcterms:modified xsi:type="dcterms:W3CDTF">2025-06-03T21:01:11Z</dcterms:modified>
</cp:coreProperties>
</file>